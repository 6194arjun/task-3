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6D16-4CA3-81BA-B14E-396E1053C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27033-64A3-EE47-CDF4-6D116154C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E5F4A-7AC1-DC18-64D3-A477DCD4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7EA61-76C8-B880-6607-D395DC17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9E6B1-18A1-7C91-185D-25F62250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13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2D7F-326B-9755-F914-18813F7A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7637-285C-3BB9-8065-6FDE4F52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E47D5-B926-38DE-228A-2E1112FF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2E2B-DC10-B810-D887-9CD0EE58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5400-3600-517C-4301-E63AA336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77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4B05-3D77-48CB-0C11-5AED1B07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392DE-E57D-B7AB-853B-07AE62BCF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B839-E40B-5473-059D-656DC5F2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9A682-D2CF-EDAA-A8F9-6851BCD6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9117-A93C-E7F1-65FB-C2430DD7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03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7336-8C45-7335-2838-0362370A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5B5A-12D4-B301-E69B-998C88510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5B384-7B16-0E66-E356-C0AC5BF47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75BC4-301B-8EF2-9620-A4490A81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80277-870D-5B19-7B33-6064862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2254E-6B5B-F1D3-E963-912CA962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64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3E1F-30E0-2FA4-507F-0208CE95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64D54-ED55-E65B-71EF-81B245308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99882-FC07-0750-118B-252509811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0B081-EBCC-C779-DAEF-256876797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8D862-9680-3F99-8966-8B39710B1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1853D-36B1-C126-73C3-919C7C86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D7739-099B-53F3-9148-A4A52FBD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83703-00C2-F0D6-458C-DFE06DC9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3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5900-4D96-6115-E12A-A6019821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8F1B9-30FA-A38A-65F2-A59FF8D0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E7BFE-8E37-D669-9BD9-F2A394CA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46FA6-0768-E923-0ECD-EA1D2801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11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6D646-B091-4B6D-C333-11B215B0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6610F-706B-2F39-0C94-A300FBFA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A5810-BCAF-87E1-4844-1C009050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99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0B6D3-0FBD-17A6-E94B-9FFBC56D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8155-F849-C48A-4159-922300495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E9512-6BC2-83E8-C089-0B85F6FF6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61903-99FC-C91C-E5A7-F6B385AE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BBC71-9486-D01B-FA3B-E2C92BC6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06261-135C-F76A-3BD1-D7FC1A75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14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B81C-E750-1682-18A9-4ACC6F0C4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C6C9A-6D1C-CE93-60CA-9859897D3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C974D-2B46-1B08-9319-C5A3DA8DB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63A09-36A4-E62A-CD46-EAE43763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86A9A-834D-367E-424C-BCF134CF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74545-7B7B-428C-38DB-84C496D5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9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F26C-E4B0-06CC-CC1C-F5A24EA9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3D6B6-6CE8-76A1-9AB2-79D49E285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5977-B1CC-DFE2-B6AA-3A108F4E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1F17C-DBCF-9FAE-EEB5-8962ED22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858E6-D87B-ED11-3738-3E75F493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55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DB9E9-A7C5-D800-429B-C58F068F6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E8A3B-9E50-309E-C04B-C09BE9F49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95C44-C19C-92B0-7639-AC8C3E53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608F7-45C7-DF52-42BC-07D6FAAD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981B-2018-511E-F92C-C5BA22BF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2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4D06A-7FB5-791D-FBFC-12FCC0D3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ABFB1-BF9E-55F4-5E91-4D75E9AAC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5D75E-C2AF-A894-DE64-1DFDA7DFE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A7F69-C38B-4627-8400-9CEF728C4FBD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87D68-8E7B-38E7-1EA7-DD7D3F074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86D93-F540-AA99-28EF-2E6BEFBFD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75C8A-5584-491B-82F8-A68488D6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9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4302-5282-6C3A-38F7-68575B783A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Interactive Sales Dashboard – Snitch Fashion Dataset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F4E9C-62DD-DA8C-A167-A218FCD23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</a:t>
            </a:r>
            <a:r>
              <a:rPr lang="en-US" i="1" dirty="0"/>
              <a:t>Arjun Badal Kisku</a:t>
            </a:r>
            <a:br>
              <a:rPr lang="en-US" dirty="0"/>
            </a:br>
            <a:r>
              <a:rPr lang="en-US" dirty="0"/>
              <a:t>Tool: Power BI, Python</a:t>
            </a:r>
            <a:br>
              <a:rPr lang="en-US" dirty="0"/>
            </a:br>
            <a:r>
              <a:rPr lang="en-US" dirty="0"/>
              <a:t>Objective: Analyze sales, profit, and quantity trends to support data-driven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06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7269-982D-3A4A-1035-D8F0E489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Design an interactive Power BI dashboard to analyze sales performance and business growth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DF892-8A8C-007B-F3DA-512D558F2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Tools Used:</a:t>
            </a:r>
            <a:endParaRPr lang="en-US" dirty="0"/>
          </a:p>
          <a:p>
            <a:r>
              <a:rPr lang="en-US" dirty="0"/>
              <a:t>Power BI for visualization</a:t>
            </a:r>
          </a:p>
          <a:p>
            <a:r>
              <a:rPr lang="en-US" dirty="0"/>
              <a:t>Excel/Python for data cleaning</a:t>
            </a:r>
          </a:p>
          <a:p>
            <a:r>
              <a:rPr lang="en-US" dirty="0" err="1"/>
              <a:t>Dataset:Snitch_Fashion_Sales_Uncleaned</a:t>
            </a:r>
            <a:r>
              <a:rPr lang="en-US" i="1" dirty="0" err="1"/>
              <a:t>.csv</a:t>
            </a:r>
            <a:r>
              <a:rPr lang="en-US" dirty="0"/>
              <a:t> (Kaggle source)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542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B559B-0903-10AE-78C0-2F9F9A56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Performed: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73D1-D25A-843F-E62C-A3B720DC3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Removed missing and duplicate records</a:t>
            </a:r>
          </a:p>
          <a:p>
            <a:r>
              <a:rPr lang="en-IN" dirty="0"/>
              <a:t>Standardized date formats to DD-MM-YYYY</a:t>
            </a:r>
          </a:p>
          <a:p>
            <a:r>
              <a:rPr lang="en-IN" dirty="0"/>
              <a:t>Unified city names (e.g., </a:t>
            </a:r>
            <a:r>
              <a:rPr lang="en-IN" i="1" dirty="0" err="1"/>
              <a:t>Hyd</a:t>
            </a:r>
            <a:r>
              <a:rPr lang="en-IN" i="1" dirty="0"/>
              <a:t> → Hyderabad</a:t>
            </a:r>
            <a:r>
              <a:rPr lang="en-IN" dirty="0"/>
              <a:t>, </a:t>
            </a:r>
            <a:r>
              <a:rPr lang="en-IN" i="1" dirty="0"/>
              <a:t>Bangalore → Bengaluru</a:t>
            </a:r>
            <a:r>
              <a:rPr lang="en-IN" dirty="0"/>
              <a:t>)</a:t>
            </a:r>
          </a:p>
          <a:p>
            <a:r>
              <a:rPr lang="en-IN" dirty="0"/>
              <a:t>Converted numeric fields to correct data types</a:t>
            </a:r>
          </a:p>
          <a:p>
            <a:r>
              <a:rPr lang="en-IN" dirty="0"/>
              <a:t>Saved as Snitch_Fashion_Sales_Cleaned_Final.csv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78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0BF71-A692-0DDF-B65A-81E18C5D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Dashboard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7F9F85-67F9-5A56-7A60-B5F4144D9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F85B23-6377-EA16-9FA6-DFB9412F2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42" y="1950783"/>
            <a:ext cx="7644716" cy="435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4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4388-8C3B-3673-9FF2-27EC4D84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Observations: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935E4-1EE7-7021-8A7C-A841A1F8E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3997751" cy="4810075"/>
          </a:xfrm>
        </p:spPr>
        <p:txBody>
          <a:bodyPr>
            <a:normAutofit/>
          </a:bodyPr>
          <a:lstStyle/>
          <a:p>
            <a:r>
              <a:rPr lang="en-US" b="1" dirty="0"/>
              <a:t>Mumbai </a:t>
            </a:r>
            <a:r>
              <a:rPr lang="en-US" dirty="0"/>
              <a:t>generated the maximum profit</a:t>
            </a:r>
          </a:p>
          <a:p>
            <a:r>
              <a:rPr lang="en-US" dirty="0"/>
              <a:t>Most revenue came from </a:t>
            </a:r>
            <a:r>
              <a:rPr lang="en-US" b="1" dirty="0"/>
              <a:t>Accessories</a:t>
            </a:r>
            <a:endParaRPr lang="en-US" dirty="0"/>
          </a:p>
          <a:p>
            <a:r>
              <a:rPr lang="en-US" dirty="0"/>
              <a:t>Consistent sales growth trend over time</a:t>
            </a:r>
          </a:p>
          <a:p>
            <a:r>
              <a:rPr lang="en-US" dirty="0"/>
              <a:t>Opportunity: Focus marketing on underperforming cities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61C49-057B-A313-E3FA-A4FE01497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794" y="826868"/>
            <a:ext cx="5280592" cy="3188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1701-6480-C092-DA2E-7FFEB4AEA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793" y="3863799"/>
            <a:ext cx="5280591" cy="262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86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213D-FDCE-8410-7856-43A92F3D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D7597-F538-6638-D726-2D56E8F5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cleaning → Visualization → Insights → Action</a:t>
            </a:r>
          </a:p>
          <a:p>
            <a:r>
              <a:rPr lang="en-IN" dirty="0"/>
              <a:t>Dashboard allows quick performance monitoring</a:t>
            </a:r>
          </a:p>
          <a:p>
            <a:r>
              <a:rPr lang="en-IN" dirty="0"/>
              <a:t>Future scope: Add forecasting and customer </a:t>
            </a:r>
            <a:r>
              <a:rPr lang="en-IN" dirty="0" err="1"/>
              <a:t>behaviuor</a:t>
            </a:r>
            <a:r>
              <a:rPr lang="en-IN" dirty="0"/>
              <a:t>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352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185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Interactive Sales Dashboard – Snitch Fashion Dataset</vt:lpstr>
      <vt:lpstr>Objective: Design an interactive Power BI dashboard to analyze sales performance and business growth </vt:lpstr>
      <vt:lpstr>Steps Performed: </vt:lpstr>
      <vt:lpstr>Interactive Dashboard</vt:lpstr>
      <vt:lpstr>Key Observations: </vt:lpstr>
      <vt:lpstr>Summary: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badal Kisku</dc:creator>
  <cp:lastModifiedBy>Arjun badal Kisku</cp:lastModifiedBy>
  <cp:revision>2</cp:revision>
  <dcterms:created xsi:type="dcterms:W3CDTF">2025-11-05T15:57:15Z</dcterms:created>
  <dcterms:modified xsi:type="dcterms:W3CDTF">2025-11-05T16:15:23Z</dcterms:modified>
</cp:coreProperties>
</file>